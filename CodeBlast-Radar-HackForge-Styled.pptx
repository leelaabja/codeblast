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team and the one-line idea.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chain at the bottom: it is how small changes turn into late bugs.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tool is useful. None of them answers the question: what can this change reach?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that dependencies come from static analysis, never from AI guessing.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left to right. Every step except the explanation text is deterministic.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Pick two or three to emphasise; the demo shows most of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demo line: 30+15+10+12+6 = 73. Anyone can verify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Click Try Demo. Show the score, expand Why, click PaymentController (direct) then Checkout (indirect).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database: each analysis runs on request, which keeps the MVP simple and deployable.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security: it only reads source text and never runs the repository's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 about limits. It builds trust with judges.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vision: automatic warnings on pull requests. Then invite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1</a:t>
            </a:r>
            <a:endParaRPr lang="en-US" sz="800" dirty="0"/>
          </a:p>
        </p:txBody>
      </p:sp>
      <p:sp>
        <p:nvSpPr>
          <p:cNvPr id="4" name="Text 1"/>
          <p:cNvSpPr txBox="1"/>
          <p:nvPr/>
        </p:nvSpPr>
        <p:spPr>
          <a:xfrm>
            <a:off x="82296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CodeBlast Radar</a:t>
            </a:r>
            <a:endParaRPr lang="en-US" sz="5000" dirty="0"/>
          </a:p>
        </p:txBody>
      </p:sp>
      <p:sp>
        <p:nvSpPr>
          <p:cNvPr id="5" name="Text 2"/>
          <p:cNvSpPr txBox="1"/>
          <p:nvPr/>
        </p:nvSpPr>
        <p:spPr>
          <a:xfrm>
            <a:off x="822960" y="2057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your code change can break — before it breaks production.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548640" y="30175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3090672"/>
            <a:ext cx="64008" cy="9509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34640" y="314553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" y="31089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343814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productivity and software quality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30175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10128" y="3090672"/>
            <a:ext cx="64008" cy="9509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314553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38728" y="31089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38728" y="343814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the blast radius of a code change.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035040" y="3017520"/>
            <a:ext cx="2560320" cy="1097280"/>
          </a:xfrm>
          <a:prstGeom prst="roundRect">
            <a:avLst>
              <a:gd name="adj" fmla="val 10000"/>
            </a:avLst>
          </a:prstGeom>
          <a:solidFill>
            <a:srgbClr val="111B33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53328" y="3090672"/>
            <a:ext cx="64008" cy="9509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314553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81928" y="310896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281928" y="3438144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analysis, risk scoring and test guidance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850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Developers know what they changed — not everything that depends on it.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11B33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399032"/>
            <a:ext cx="64008" cy="14538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34640" y="145389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" y="1417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situation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95528" y="1746504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 payment function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pull request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nothing else breaks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13258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11B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0128" y="1399032"/>
            <a:ext cx="64008" cy="145389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1453896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38728" y="1417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friction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538728" y="1746504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 shows changed lines only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Dependencies span many files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 surface late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13258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111B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53328" y="1399032"/>
            <a:ext cx="64008" cy="14538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145389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81928" y="141732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central question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81928" y="1746504"/>
            <a:ext cx="2148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change this file, what else could be affected?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33832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9436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change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2057400" y="3611880"/>
            <a:ext cx="91440" cy="182880"/>
          </a:xfrm>
          <a:prstGeom prst="chevron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194560" y="33832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224028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dependencies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3703320" y="3611880"/>
            <a:ext cx="91440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840480" y="33832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88620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side effect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5349240" y="3611880"/>
            <a:ext cx="91440" cy="182880"/>
          </a:xfrm>
          <a:prstGeom prst="chevron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86400" y="33832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53212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found late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6995160" y="3611880"/>
            <a:ext cx="91440" cy="18288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132320" y="338328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7178040" y="3383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Costly fix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Solutions &amp; The Gap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3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10058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11B33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078992"/>
            <a:ext cx="64008" cy="17739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48840" y="113385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" y="1097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diff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1426464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exactly which lines changed.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not what depends on them.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606040" y="10058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24328" y="1078992"/>
            <a:ext cx="64008" cy="17739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06240" y="113385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852928" y="1097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search / IDE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2852928" y="1426464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usages of one symbol.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manual, one name at a time.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663440" y="10058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11B33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1078992"/>
            <a:ext cx="64008" cy="17739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263640" y="113385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10328" y="1097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suites / CI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4910328" y="1426464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tests after the change.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does not say which areas deserve extra attention.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720840" y="10058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11B33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739128" y="1078992"/>
            <a:ext cx="64008" cy="17739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113385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967728" y="10972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6967728" y="1426464"/>
            <a:ext cx="146304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check the change.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depends on reviewer's memory of the codebase.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1097280" y="3246120"/>
            <a:ext cx="6949440" cy="1005840"/>
          </a:xfrm>
          <a:prstGeom prst="roundRect">
            <a:avLst>
              <a:gd name="adj" fmla="val 10909"/>
            </a:avLst>
          </a:prstGeom>
          <a:solidFill>
            <a:srgbClr val="111B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115568" y="3319272"/>
            <a:ext cx="64008" cy="85953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772400" y="3374136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344168" y="333756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gap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1344168" y="3666744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tools show pieces. CodeBlast Radar combines the change, the dependency graph, distance and a risk score into one change-impact view.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850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a code change into a visible, explainable blast radius.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4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111B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399032"/>
            <a:ext cx="64008" cy="159105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0" y="145389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" y="1417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95528" y="1746504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changed one file, hopefully it’s fine.”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can see what my change reaches, how risky it is, and what to test.”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3931920" cy="1737360"/>
          </a:xfrm>
          <a:prstGeom prst="roundRect">
            <a:avLst>
              <a:gd name="adj" fmla="val 6316"/>
            </a:avLst>
          </a:prstGeom>
          <a:solidFill>
            <a:srgbClr val="111B33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81728" y="1399032"/>
            <a:ext cx="64008" cy="159105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145389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10328" y="141732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principle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910328" y="1746504"/>
            <a:ext cx="3520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 come from static analysis of the code.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never invents dependencies.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are estimates — “potentially affected”, not guaranteed bugs.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34747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9436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change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057400" y="3703320"/>
            <a:ext cx="91440" cy="182880"/>
          </a:xfrm>
          <a:prstGeom prst="chevron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194560" y="34747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224028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source code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3703320" y="3703320"/>
            <a:ext cx="91440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840480" y="34747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388620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dependency graph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349240" y="3703320"/>
            <a:ext cx="91440" cy="182880"/>
          </a:xfrm>
          <a:prstGeom prst="chevron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5486400" y="34747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53212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impact</a:t>
            </a:r>
            <a:endParaRPr lang="en-US" sz="1050" dirty="0"/>
          </a:p>
        </p:txBody>
      </p:sp>
      <p:sp>
        <p:nvSpPr>
          <p:cNvPr id="28" name="Shape 25"/>
          <p:cNvSpPr/>
          <p:nvPr/>
        </p:nvSpPr>
        <p:spPr>
          <a:xfrm>
            <a:off x="6995160" y="3703320"/>
            <a:ext cx="91440" cy="18288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132320" y="3474720"/>
            <a:ext cx="1463040" cy="640080"/>
          </a:xfrm>
          <a:prstGeom prst="roundRect">
            <a:avLst>
              <a:gd name="adj" fmla="val 14286"/>
            </a:avLst>
          </a:prstGeom>
          <a:solidFill>
            <a:srgbClr val="111B33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178040" y="34747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 + tests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850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analysis pipeline, from repository URL to report.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5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32588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111B33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325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URL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1783080" y="1531620"/>
            <a:ext cx="91440" cy="182880"/>
          </a:xfrm>
          <a:prstGeom prst="chevron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920240" y="132588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965960" y="1325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files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154680" y="1531620"/>
            <a:ext cx="91440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32588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111B3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1325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(AST)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4526280" y="1531620"/>
            <a:ext cx="91440" cy="182880"/>
          </a:xfrm>
          <a:prstGeom prst="chevron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132588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111B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1325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graph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5897880" y="1531620"/>
            <a:ext cx="91440" cy="18288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035040" y="132588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111B33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080760" y="1325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impact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269480" y="1531620"/>
            <a:ext cx="91440" cy="182880"/>
          </a:xfrm>
          <a:prstGeom prst="chevron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406640" y="1325880"/>
            <a:ext cx="1188720" cy="594360"/>
          </a:xfrm>
          <a:prstGeom prst="roundRect">
            <a:avLst>
              <a:gd name="adj" fmla="val 15385"/>
            </a:avLst>
          </a:prstGeom>
          <a:solidFill>
            <a:srgbClr val="111B33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52360" y="1325880"/>
            <a:ext cx="1097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+ report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548640" y="22860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" y="2359152"/>
            <a:ext cx="64008" cy="18653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34640" y="241401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95528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layer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795528" y="2706624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compiler API reads imports and functions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graph links files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finds distance 1, 2, 3+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3291840" y="22860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11B33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10128" y="2359152"/>
            <a:ext cx="64008" cy="186537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577840" y="241401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538728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layer</a:t>
            </a:r>
            <a:endParaRPr lang="en-US" sz="1400" dirty="0"/>
          </a:p>
        </p:txBody>
      </p:sp>
      <p:sp>
        <p:nvSpPr>
          <p:cNvPr id="33" name="Text 30"/>
          <p:cNvSpPr txBox="1"/>
          <p:nvPr/>
        </p:nvSpPr>
        <p:spPr>
          <a:xfrm>
            <a:off x="3538728" y="2706624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0–100 score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to CRITICAL level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reason shown with points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6035040" y="22860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11B33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053328" y="2359152"/>
            <a:ext cx="64008" cy="18653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321040" y="24140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6281928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Guidance layer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6281928" y="2706624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test suggestions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report (save as PDF)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6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914400"/>
            <a:ext cx="3931920" cy="841248"/>
          </a:xfrm>
          <a:prstGeom prst="roundRect">
            <a:avLst>
              <a:gd name="adj" fmla="val 13043"/>
            </a:avLst>
          </a:prstGeom>
          <a:solidFill>
            <a:srgbClr val="111B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987552"/>
            <a:ext cx="64008" cy="69494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4206240" y="1042416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" y="10058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input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133502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GitHub URL or built-in demo.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914400"/>
            <a:ext cx="3931920" cy="841248"/>
          </a:xfrm>
          <a:prstGeom prst="roundRect">
            <a:avLst>
              <a:gd name="adj" fmla="val 13043"/>
            </a:avLst>
          </a:prstGeom>
          <a:solidFill>
            <a:srgbClr val="111B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681728" y="987552"/>
            <a:ext cx="64008" cy="6949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321040" y="104241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910328" y="100584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graph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910328" y="133502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graph; click a node to see why.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48640" y="1874520"/>
            <a:ext cx="3931920" cy="841248"/>
          </a:xfrm>
          <a:prstGeom prst="roundRect">
            <a:avLst>
              <a:gd name="adj" fmla="val 13043"/>
            </a:avLst>
          </a:prstGeom>
          <a:solidFill>
            <a:srgbClr val="111B33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66928" y="1947672"/>
            <a:ext cx="64008" cy="694944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206240" y="200253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95528" y="19659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vs indirect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95528" y="229514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1 is direct; 2+ is indirect.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663440" y="1874520"/>
            <a:ext cx="3931920" cy="841248"/>
          </a:xfrm>
          <a:prstGeom prst="roundRect">
            <a:avLst>
              <a:gd name="adj" fmla="val 13043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81728" y="1947672"/>
            <a:ext cx="64008" cy="69494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321040" y="200253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910328" y="196596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910328" y="229514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with LOW to CRITICAL and reasons.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2834640"/>
            <a:ext cx="3931920" cy="841248"/>
          </a:xfrm>
          <a:prstGeom prst="roundRect">
            <a:avLst>
              <a:gd name="adj" fmla="val 13043"/>
            </a:avLst>
          </a:prstGeom>
          <a:solidFill>
            <a:srgbClr val="111B33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6928" y="2907792"/>
            <a:ext cx="64008" cy="69494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06240" y="296265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95528" y="29260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path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795528" y="325526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the chain from changed file outward.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663440" y="2834640"/>
            <a:ext cx="3931920" cy="841248"/>
          </a:xfrm>
          <a:prstGeom prst="roundRect">
            <a:avLst>
              <a:gd name="adj" fmla="val 13043"/>
            </a:avLst>
          </a:prstGeom>
          <a:solidFill>
            <a:srgbClr val="111B33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81728" y="2907792"/>
            <a:ext cx="64008" cy="6949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21040" y="296265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910328" y="292608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recommendations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4910328" y="325526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for payment, auth, database, orders.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48640" y="3794760"/>
            <a:ext cx="3931920" cy="841248"/>
          </a:xfrm>
          <a:prstGeom prst="roundRect">
            <a:avLst>
              <a:gd name="adj" fmla="val 13043"/>
            </a:avLst>
          </a:prstGeom>
          <a:solidFill>
            <a:srgbClr val="111B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66928" y="3867912"/>
            <a:ext cx="64008" cy="694944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206240" y="3922776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95528" y="3886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</a:t>
            </a:r>
            <a:endParaRPr lang="en-US" sz="1400" dirty="0"/>
          </a:p>
        </p:txBody>
      </p:sp>
      <p:sp>
        <p:nvSpPr>
          <p:cNvPr id="40" name="Text 37"/>
          <p:cNvSpPr txBox="1"/>
          <p:nvPr/>
        </p:nvSpPr>
        <p:spPr>
          <a:xfrm>
            <a:off x="795528" y="421538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language; works without an AI key.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4663440" y="3794760"/>
            <a:ext cx="3931920" cy="841248"/>
          </a:xfrm>
          <a:prstGeom prst="roundRect">
            <a:avLst>
              <a:gd name="adj" fmla="val 13043"/>
            </a:avLst>
          </a:prstGeom>
          <a:solidFill>
            <a:srgbClr val="111B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81728" y="3867912"/>
            <a:ext cx="64008" cy="69494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8321040" y="392277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4910328" y="38862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4910328" y="4215384"/>
            <a:ext cx="3520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Print-friendly report, save as PDF.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Risk Scoring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850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deterministic formula, not an AI opinion. Weights are configurable.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7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B33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353312"/>
            <a:ext cx="64008" cy="131673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834640" y="140817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added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95528" y="1700784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 payment / auth / security file changed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 database layer affected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controller / API affected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918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10128" y="1353312"/>
            <a:ext cx="64008" cy="13167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140817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38728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dependent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3538728" y="1700784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 for each direct neighbour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 for each indirect file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 if no test imports the file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035040" y="12801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B33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53328" y="1353312"/>
            <a:ext cx="64008" cy="13167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321040" y="140817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281928" y="1371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level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6281928" y="1700784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0–25  LOW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26–50  MEDIUM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51–75  HIGH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76–100  CRITICAL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548640" y="2971800"/>
            <a:ext cx="8046720" cy="1280160"/>
          </a:xfrm>
          <a:prstGeom prst="roundRect">
            <a:avLst>
              <a:gd name="adj" fmla="val 8571"/>
            </a:avLst>
          </a:prstGeom>
          <a:solidFill>
            <a:srgbClr val="111B33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66928" y="3044952"/>
            <a:ext cx="64008" cy="113385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321040" y="309981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" y="3063240"/>
            <a:ext cx="7452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example: PaymentService.ts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95528" y="3392424"/>
            <a:ext cx="7635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(payment logic) + 15 (database) + 10 (controller) + 12 (3 direct) + 6 (2 indirect) = 73 / 100  →  HIGH. The dashboard shows each of these reasons.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A Payment Change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850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ShopFlow sample repository — PaymentService.ts changed.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8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11B33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80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057400" y="1531620"/>
            <a:ext cx="91440" cy="182880"/>
          </a:xfrm>
          <a:prstGeom prst="chevron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194560" y="128016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240280" y="1280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PaymentButton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703320" y="1531620"/>
            <a:ext cx="91440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40480" y="128016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11B3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886200" y="1280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PaymentController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349240" y="1531620"/>
            <a:ext cx="91440" cy="182880"/>
          </a:xfrm>
          <a:prstGeom prst="chevron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486400" y="128016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11B33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532120" y="1280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PaymentService (changed)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995160" y="1531620"/>
            <a:ext cx="91440" cy="18288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0" y="1280160"/>
            <a:ext cx="1463040" cy="685800"/>
          </a:xfrm>
          <a:prstGeom prst="roundRect">
            <a:avLst>
              <a:gd name="adj" fmla="val 13333"/>
            </a:avLst>
          </a:prstGeom>
          <a:solidFill>
            <a:srgbClr val="111B33"/>
          </a:solidFill>
          <a:ln w="19050">
            <a:solidFill>
              <a:srgbClr val="F472B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178040" y="1280160"/>
            <a:ext cx="1371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OrderService / TransactionRepository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48640" y="22860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11B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66928" y="2359152"/>
            <a:ext cx="64008" cy="18653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834640" y="2414016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95528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795528" y="2706624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 indicator: 73/100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potentially affected files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direct, 2 indirect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3291840" y="22860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11B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310128" y="2359152"/>
            <a:ext cx="64008" cy="18653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577840" y="241401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3538728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3538728" y="2706624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logic changed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layer involved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depends on it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035040" y="2286000"/>
            <a:ext cx="2560320" cy="2011680"/>
          </a:xfrm>
          <a:prstGeom prst="roundRect">
            <a:avLst>
              <a:gd name="adj" fmla="val 5455"/>
            </a:avLst>
          </a:prstGeom>
          <a:solidFill>
            <a:srgbClr val="111B33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053328" y="2359152"/>
            <a:ext cx="64008" cy="18653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321040" y="241401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281928" y="23774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tests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6281928" y="2706624"/>
            <a:ext cx="21488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 / failed payment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payment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rollback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creation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850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full-stack app turns source code into an impact report.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11B33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94360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154680" y="1485900"/>
            <a:ext cx="91440" cy="182880"/>
          </a:xfrm>
          <a:prstGeom prst="chevron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291840" y="128016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11B33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337560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 (Next.js)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897880" y="1485900"/>
            <a:ext cx="91440" cy="182880"/>
          </a:xfrm>
          <a:prstGeom prst="chevron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035040" y="1280160"/>
            <a:ext cx="2560320" cy="594360"/>
          </a:xfrm>
          <a:prstGeom prst="roundRect">
            <a:avLst>
              <a:gd name="adj" fmla="val 15385"/>
            </a:avLst>
          </a:prstGeom>
          <a:solidFill>
            <a:srgbClr val="111B33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080760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API route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48640" y="2194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2267712"/>
            <a:ext cx="64008" cy="131673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834640" y="232257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95528" y="2286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fetcher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95528" y="2615184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repo tree and source files via GitHub API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 and file-count limits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3291840" y="2194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B33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310128" y="2267712"/>
            <a:ext cx="64008" cy="13167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577840" y="232257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538728" y="2286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 + graph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3538728" y="2615184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 parsing (JS/TS), simple parser (Python)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edges between files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6035040" y="2194560"/>
            <a:ext cx="2560320" cy="1463040"/>
          </a:xfrm>
          <a:prstGeom prst="roundRect">
            <a:avLst>
              <a:gd name="adj" fmla="val 7500"/>
            </a:avLst>
          </a:prstGeom>
          <a:solidFill>
            <a:srgbClr val="111B33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053328" y="2267712"/>
            <a:ext cx="64008" cy="131673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321040" y="23225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281928" y="22860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engine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6281928" y="2615184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traversal</a:t>
            </a:r>
            <a:endParaRPr lang="en-US" sz="10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Scoring, tests, explanation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1463040" y="3749040"/>
            <a:ext cx="6217920" cy="868680"/>
          </a:xfrm>
          <a:prstGeom prst="roundRect">
            <a:avLst>
              <a:gd name="adj" fmla="val 12632"/>
            </a:avLst>
          </a:prstGeom>
          <a:solidFill>
            <a:srgbClr val="111B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1481328" y="3822192"/>
            <a:ext cx="64008" cy="72237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406640" y="3877056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709928" y="3840480"/>
            <a:ext cx="5623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34" name="Text 31"/>
          <p:cNvSpPr txBox="1"/>
          <p:nvPr/>
        </p:nvSpPr>
        <p:spPr>
          <a:xfrm>
            <a:off x="1709928" y="4169664"/>
            <a:ext cx="5806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database. Analysis runs per request; GitHub tokens stay on the server.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850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follows the requirements of the system.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10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234440"/>
            <a:ext cx="8046720" cy="493776"/>
          </a:xfrm>
          <a:prstGeom prst="roundRect">
            <a:avLst>
              <a:gd name="adj" fmla="val 18519"/>
            </a:avLst>
          </a:prstGeom>
          <a:solidFill>
            <a:srgbClr val="111B33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298448"/>
            <a:ext cx="64008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7240" y="123444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2377440" y="123444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14, React, React Flow — dashboard and graph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48640" y="1801368"/>
            <a:ext cx="8046720" cy="493776"/>
          </a:xfrm>
          <a:prstGeom prst="roundRect">
            <a:avLst>
              <a:gd name="adj" fmla="val 18519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6928" y="1865376"/>
            <a:ext cx="64008" cy="365760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77240" y="1801368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377440" y="1801368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API routes on Node.js — analysis endpoint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8640" y="2368296"/>
            <a:ext cx="8046720" cy="493776"/>
          </a:xfrm>
          <a:prstGeom prst="roundRect">
            <a:avLst>
              <a:gd name="adj" fmla="val 18519"/>
            </a:avLst>
          </a:prstGeom>
          <a:solidFill>
            <a:srgbClr val="111B33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2432304"/>
            <a:ext cx="64008" cy="365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77240" y="2368296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2377440" y="2368296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compiler API (JS/TS); lightweight parser (Python)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8640" y="2935224"/>
            <a:ext cx="8046720" cy="493776"/>
          </a:xfrm>
          <a:prstGeom prst="roundRect">
            <a:avLst>
              <a:gd name="adj" fmla="val 18519"/>
            </a:avLst>
          </a:prstGeom>
          <a:solidFill>
            <a:srgbClr val="111B33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6928" y="2999232"/>
            <a:ext cx="64008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2935224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2377440" y="2935224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REST API — public repositories, optional token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8640" y="3502152"/>
            <a:ext cx="8046720" cy="493776"/>
          </a:xfrm>
          <a:prstGeom prst="roundRect">
            <a:avLst>
              <a:gd name="adj" fmla="val 18519"/>
            </a:avLst>
          </a:prstGeom>
          <a:solidFill>
            <a:srgbClr val="111B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66928" y="3566160"/>
            <a:ext cx="64008" cy="365760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77240" y="3502152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2377440" y="3502152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Vitest — 7 automated tests (scoring, traversal, parsing)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548640" y="4069080"/>
            <a:ext cx="8046720" cy="493776"/>
          </a:xfrm>
          <a:prstGeom prst="roundRect">
            <a:avLst>
              <a:gd name="adj" fmla="val 18519"/>
            </a:avLst>
          </a:prstGeom>
          <a:solidFill>
            <a:srgbClr val="111B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66928" y="4133088"/>
            <a:ext cx="64008" cy="3657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77240" y="4069080"/>
            <a:ext cx="15544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2377440" y="4069080"/>
            <a:ext cx="6035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source only; never executes repository code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Feasibility, Limitations &amp; Impact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11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548640" y="9144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11B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987552"/>
            <a:ext cx="64008" cy="2322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834640" y="104241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95528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95528" y="1335024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Working prototype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 runs offline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GitHub analysis for JS, TS, Python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database needed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9144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11B33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10128" y="987552"/>
            <a:ext cx="64008" cy="232257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577840" y="104241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538728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3538728" y="1335024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File-level, import-based graph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function-call edges yet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imports not detected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Estimate, not a bug predictor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035040" y="914400"/>
            <a:ext cx="2560320" cy="2468880"/>
          </a:xfrm>
          <a:prstGeom prst="roundRect">
            <a:avLst>
              <a:gd name="adj" fmla="val 4444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053328" y="987552"/>
            <a:ext cx="64008" cy="232257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321040" y="104241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81928" y="10058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6281928" y="1335024"/>
            <a:ext cx="21488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Faster, safer code reviews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Fewer late-found bugs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Students understanding unfamiliar code</a:t>
            </a:r>
            <a:endParaRPr lang="en-US" sz="11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Teams planning risky changes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1097280" y="3566160"/>
            <a:ext cx="6949440" cy="1005840"/>
          </a:xfrm>
          <a:prstGeom prst="roundRect">
            <a:avLst>
              <a:gd name="adj" fmla="val 10909"/>
            </a:avLst>
          </a:prstGeom>
          <a:solidFill>
            <a:srgbClr val="111B33"/>
          </a:solidFill>
          <a:ln w="15875">
            <a:solidFill>
              <a:srgbClr val="22C55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15568" y="3639312"/>
            <a:ext cx="64008" cy="859536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72400" y="3694176"/>
            <a:ext cx="109728" cy="109728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1344168" y="3657600"/>
            <a:ext cx="6355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value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1344168" y="3986784"/>
            <a:ext cx="6537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the question from “what did I change?” to “what can my change reach?” — before merging.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29184"/>
            <a:ext cx="73152" cy="4572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49808" y="274320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 &amp; What's Next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749808" y="85039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different question for developer tools.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8006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HackForge Ideathon  •  CodeBlast Radar  |  12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128016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111B33"/>
          </a:solidFill>
          <a:ln w="15875">
            <a:solidFill>
              <a:srgbClr val="F59E0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6928" y="1353312"/>
            <a:ext cx="64008" cy="122529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206240" y="1408176"/>
            <a:ext cx="109728" cy="1097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95528" y="13716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approach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95528" y="170078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the diff, run tests, hope.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→ Diff → Merge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111B33"/>
          </a:solidFill>
          <a:ln w="15875">
            <a:solidFill>
              <a:srgbClr val="F472B6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81728" y="1353312"/>
            <a:ext cx="64008" cy="1225296"/>
          </a:xfrm>
          <a:prstGeom prst="rect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321040" y="1408176"/>
            <a:ext cx="109728" cy="109728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910328" y="1371600"/>
            <a:ext cx="3337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CodeBlast Radar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4910328" y="1700784"/>
            <a:ext cx="3520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the change can reach before merging.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→ Graph → Impact → Risk → Tests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28803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A78BF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66928" y="2953512"/>
            <a:ext cx="64008" cy="76809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834640" y="3008376"/>
            <a:ext cx="109728" cy="109728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95528" y="29718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795528" y="330098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 comments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291840" y="28803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6366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10128" y="2953512"/>
            <a:ext cx="64008" cy="768096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3008376"/>
            <a:ext cx="109728" cy="10972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3538728" y="29718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3538728" y="330098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Function-level graph, Java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035040" y="2880360"/>
            <a:ext cx="2560320" cy="914400"/>
          </a:xfrm>
          <a:prstGeom prst="roundRect">
            <a:avLst>
              <a:gd name="adj" fmla="val 12000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053328" y="2953512"/>
            <a:ext cx="64008" cy="768096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8321040" y="3008376"/>
            <a:ext cx="109728" cy="109728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6281928" y="29718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400" dirty="0"/>
          </a:p>
        </p:txBody>
      </p:sp>
      <p:sp>
        <p:nvSpPr>
          <p:cNvPr id="31" name="Text 28"/>
          <p:cNvSpPr txBox="1"/>
          <p:nvPr/>
        </p:nvSpPr>
        <p:spPr>
          <a:xfrm>
            <a:off x="6281928" y="330098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and history data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   (Team Name &amp; Team Members)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CodeBlast Radar</dc:title>
  <dc:subject>PptxGenJS Presentation</dc:subject>
  <dc:creator>PptxGenJS</dc:creator>
  <cp:lastModifiedBy>PptxGenJS</cp:lastModifiedBy>
  <cp:revision>1</cp:revision>
  <dcterms:created xsi:type="dcterms:W3CDTF">2026-10-07T06:44:04Z</dcterms:created>
  <dcterms:modified xsi:type="dcterms:W3CDTF">2026-10-07T06:44:04Z</dcterms:modified>
</cp:coreProperties>
</file>